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imes New Roman Bold" charset="1" panose="020208030705050203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CDB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96479" cy="2516124"/>
              </a:xfrm>
              <a:custGeom>
                <a:avLst/>
                <a:gdLst/>
                <a:ahLst/>
                <a:cxnLst/>
                <a:rect r="r" b="b" t="t" l="l"/>
                <a:pathLst>
                  <a:path h="2516124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0293" y="167316"/>
              <a:ext cx="22836362" cy="12317628"/>
              <a:chOff x="0" y="0"/>
              <a:chExt cx="4596479" cy="247927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96479" cy="2479279"/>
              </a:xfrm>
              <a:custGeom>
                <a:avLst/>
                <a:gdLst/>
                <a:ahLst/>
                <a:cxnLst/>
                <a:rect r="r" b="b" t="t" l="l"/>
                <a:pathLst>
                  <a:path h="2479279" w="45964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15505069" y="3408375"/>
            <a:ext cx="1476400" cy="1735125"/>
          </a:xfrm>
          <a:custGeom>
            <a:avLst/>
            <a:gdLst/>
            <a:ahLst/>
            <a:cxnLst/>
            <a:rect r="r" b="b" t="t" l="l"/>
            <a:pathLst>
              <a:path h="1735125" w="1476400">
                <a:moveTo>
                  <a:pt x="0" y="0"/>
                </a:moveTo>
                <a:lnTo>
                  <a:pt x="1476401" y="0"/>
                </a:lnTo>
                <a:lnTo>
                  <a:pt x="1476401" y="1735125"/>
                </a:lnTo>
                <a:lnTo>
                  <a:pt x="0" y="173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34" t="-4432" r="-16589" b="-586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41769" y="7595186"/>
            <a:ext cx="2163644" cy="1367634"/>
          </a:xfrm>
          <a:custGeom>
            <a:avLst/>
            <a:gdLst/>
            <a:ahLst/>
            <a:cxnLst/>
            <a:rect r="r" b="b" t="t" l="l"/>
            <a:pathLst>
              <a:path h="1367634" w="2163644">
                <a:moveTo>
                  <a:pt x="0" y="0"/>
                </a:moveTo>
                <a:lnTo>
                  <a:pt x="2163644" y="0"/>
                </a:lnTo>
                <a:lnTo>
                  <a:pt x="2163644" y="1367634"/>
                </a:lnTo>
                <a:lnTo>
                  <a:pt x="0" y="1367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04" t="-21252" r="-5503" b="-2339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3228" y="2832967"/>
            <a:ext cx="3010364" cy="5858526"/>
          </a:xfrm>
          <a:custGeom>
            <a:avLst/>
            <a:gdLst/>
            <a:ahLst/>
            <a:cxnLst/>
            <a:rect r="r" b="b" t="t" l="l"/>
            <a:pathLst>
              <a:path h="5858526" w="3010364">
                <a:moveTo>
                  <a:pt x="0" y="0"/>
                </a:moveTo>
                <a:lnTo>
                  <a:pt x="3010364" y="0"/>
                </a:lnTo>
                <a:lnTo>
                  <a:pt x="3010364" y="5858526"/>
                </a:lnTo>
                <a:lnTo>
                  <a:pt x="0" y="5858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722005"/>
            <a:ext cx="1578106" cy="1583040"/>
          </a:xfrm>
          <a:custGeom>
            <a:avLst/>
            <a:gdLst/>
            <a:ahLst/>
            <a:cxnLst/>
            <a:rect r="r" b="b" t="t" l="l"/>
            <a:pathLst>
              <a:path h="1583040" w="1578106">
                <a:moveTo>
                  <a:pt x="0" y="0"/>
                </a:moveTo>
                <a:lnTo>
                  <a:pt x="1578106" y="0"/>
                </a:lnTo>
                <a:lnTo>
                  <a:pt x="1578106" y="1583040"/>
                </a:lnTo>
                <a:lnTo>
                  <a:pt x="0" y="15830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060" b="-746"/>
            </a:stretch>
          </a:blipFill>
        </p:spPr>
      </p:sp>
      <p:graphicFrame>
        <p:nvGraphicFramePr>
          <p:cNvPr name="Object 13" id="13"/>
          <p:cNvGraphicFramePr/>
          <p:nvPr/>
        </p:nvGraphicFramePr>
        <p:xfrm>
          <a:off x="4021871" y="4182715"/>
          <a:ext cx="7543800" cy="4400550"/>
        </p:xfrm>
        <a:graphic>
          <a:graphicData uri="http://schemas.openxmlformats.org/presentationml/2006/ole">
            <p:oleObj imgW="9042400" imgH="59055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3167855" y="3080617"/>
            <a:ext cx="11342396" cy="195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3"/>
              </a:lnSpc>
              <a:spcBef>
                <a:spcPct val="0"/>
              </a:spcBef>
            </a:pPr>
            <a:r>
              <a:rPr lang="en-US" b="true" sz="2336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Фамилияси, исми____________________________________Ёши______________</a:t>
            </a:r>
          </a:p>
          <a:p>
            <a:pPr algn="l">
              <a:lnSpc>
                <a:spcPts val="3083"/>
              </a:lnSpc>
              <a:spcBef>
                <a:spcPct val="0"/>
              </a:spcBef>
            </a:pPr>
            <a:r>
              <a:rPr lang="en-US" b="true" sz="2336" spc="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Бўлим___________________________</a:t>
            </a:r>
          </a:p>
          <a:p>
            <a:pPr algn="l">
              <a:lnSpc>
                <a:spcPts val="3083"/>
              </a:lnSpc>
              <a:spcBef>
                <a:spcPct val="0"/>
              </a:spcBef>
            </a:pPr>
          </a:p>
          <a:p>
            <a:pPr algn="l">
              <a:lnSpc>
                <a:spcPts val="3083"/>
              </a:lnSpc>
              <a:spcBef>
                <a:spcPct val="0"/>
              </a:spcBef>
            </a:pPr>
          </a:p>
          <a:p>
            <a:pPr algn="l">
              <a:lnSpc>
                <a:spcPts val="3083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565881" y="990600"/>
            <a:ext cx="3691890" cy="69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b="true" sz="2099" spc="54">
                <a:solidFill>
                  <a:srgbClr val="2613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Ўзбекистон Республикаси  </a:t>
            </a:r>
          </a:p>
          <a:p>
            <a:pPr algn="ctr">
              <a:lnSpc>
                <a:spcPts val="2771"/>
              </a:lnSpc>
            </a:pPr>
            <a:r>
              <a:rPr lang="en-US" b="true" sz="2099" spc="54">
                <a:solidFill>
                  <a:srgbClr val="2613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Соғлиқни сақлаш вазирлиги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0685" y="1011025"/>
            <a:ext cx="4458057" cy="158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100">
                <a:solidFill>
                  <a:srgbClr val="2613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Ўзбекистон Республикаси</a:t>
            </a:r>
          </a:p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100">
                <a:solidFill>
                  <a:srgbClr val="2613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Соғлиқни сақлаш вазирининг</a:t>
            </a:r>
          </a:p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100">
                <a:solidFill>
                  <a:srgbClr val="2613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2020 йил 31 декабрдаги № 363 сонли</a:t>
            </a:r>
          </a:p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100">
                <a:solidFill>
                  <a:srgbClr val="2613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буйруғи билан тасдиқланган</a:t>
            </a:r>
          </a:p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100">
                <a:solidFill>
                  <a:srgbClr val="2613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057-рақамли тиббий хужжат шакли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51051" y="2111497"/>
            <a:ext cx="1523524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1"/>
              </a:lnSpc>
              <a:spcBef>
                <a:spcPct val="0"/>
              </a:spcBef>
            </a:pPr>
            <a:r>
              <a:rPr lang="en-US" b="true" sz="2099" spc="54" strike="noStrike" u="none">
                <a:solidFill>
                  <a:srgbClr val="26131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БВБКТТМ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7855" y="1682610"/>
            <a:ext cx="4089916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1"/>
              </a:lnSpc>
              <a:spcBef>
                <a:spcPct val="0"/>
              </a:spcBef>
            </a:pPr>
            <a:r>
              <a:rPr lang="en-US" b="true" sz="2099" spc="54">
                <a:solidFill>
                  <a:srgbClr val="ADA09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_____________________________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39924" y="2613892"/>
            <a:ext cx="640815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№_________КОАГУЛОГРАММА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73592" y="8915195"/>
            <a:ext cx="8662273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b="true" sz="2299" spc="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Сана____________________________ имзо___________________</a:t>
            </a:r>
          </a:p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b="true" sz="2299" spc="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DAG8OwHggHM</dc:identifier>
  <dcterms:modified xsi:type="dcterms:W3CDTF">2011-08-01T06:04:30Z</dcterms:modified>
  <cp:revision>1</cp:revision>
  <dc:title>Cream and Green Illustrative Science Project Presentation</dc:title>
</cp:coreProperties>
</file>